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6705600" y="6172200"/>
            <a:ext cx="22429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  <p:pic>
        <p:nvPicPr>
          <p:cNvPr descr="Text&#10;&#10;Description automatically generated"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-12234" y="356600"/>
            <a:ext cx="6874495" cy="710200"/>
            <a:chOff x="-12234" y="356600"/>
            <a:chExt cx="6874495" cy="710200"/>
          </a:xfrm>
        </p:grpSpPr>
        <p:sp>
          <p:nvSpPr>
            <p:cNvPr id="29" name="Google Shape;29;p3"/>
            <p:cNvSpPr/>
            <p:nvPr/>
          </p:nvSpPr>
          <p:spPr>
            <a:xfrm rot="2949928">
              <a:off x="462292" y="456220"/>
              <a:ext cx="274320" cy="274320"/>
            </a:xfrm>
            <a:prstGeom prst="rect">
              <a:avLst/>
            </a:prstGeom>
            <a:solidFill>
              <a:srgbClr val="B4CAB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" name="Google Shape;30;p3"/>
            <p:cNvCxnSpPr/>
            <p:nvPr/>
          </p:nvCxnSpPr>
          <p:spPr>
            <a:xfrm>
              <a:off x="-12234" y="1066800"/>
              <a:ext cx="6874495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31" name="Google Shape;31;p3"/>
            <p:cNvSpPr/>
            <p:nvPr/>
          </p:nvSpPr>
          <p:spPr>
            <a:xfrm rot="2949928">
              <a:off x="249762" y="456220"/>
              <a:ext cx="274320" cy="274320"/>
            </a:xfrm>
            <a:prstGeom prst="rect">
              <a:avLst/>
            </a:prstGeom>
            <a:solidFill>
              <a:srgbClr val="84AA8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2949928">
              <a:off x="56300" y="456220"/>
              <a:ext cx="274320" cy="27432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3;p3"/>
            <p:cNvCxnSpPr/>
            <p:nvPr/>
          </p:nvCxnSpPr>
          <p:spPr>
            <a:xfrm>
              <a:off x="-12234" y="356600"/>
              <a:ext cx="5661596" cy="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No Title">
  <p:cSld name="Content - No 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/>
        </p:nvSpPr>
        <p:spPr>
          <a:xfrm>
            <a:off x="7696200" y="6172200"/>
            <a:ext cx="5484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5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5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5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gradFill>
            <a:gsLst>
              <a:gs pos="0">
                <a:srgbClr val="DBE4CE">
                  <a:alpha val="20000"/>
                </a:srgbClr>
              </a:gs>
              <a:gs pos="38000">
                <a:srgbClr val="DBE4CE">
                  <a:alpha val="20000"/>
                </a:srgbClr>
              </a:gs>
              <a:gs pos="80000">
                <a:srgbClr val="00D05E">
                  <a:alpha val="7843"/>
                </a:srgbClr>
              </a:gs>
              <a:gs pos="100000">
                <a:srgbClr val="00D05E">
                  <a:alpha val="7843"/>
                </a:srgbClr>
              </a:gs>
            </a:gsLst>
            <a:lin ang="10800000" scaled="0"/>
          </a:gradFill>
          <a:ln>
            <a:noFill/>
          </a:ln>
          <a:effectLst>
            <a:outerShdw blurRad="76200" kx="-800400" rotWithShape="0" algn="bl" dir="2700000" dist="12700" sy="-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6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6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6"/>
          <p:cNvSpPr txBox="1"/>
          <p:nvPr/>
        </p:nvSpPr>
        <p:spPr>
          <a:xfrm>
            <a:off x="6672478" y="6169223"/>
            <a:ext cx="22429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8" name="Google Shape;78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27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45.png"/><Relationship Id="rId7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3048000" y="2362200"/>
            <a:ext cx="43053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7391400" y="5562600"/>
            <a:ext cx="1524000" cy="2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2014 John Sefcovic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914400" y="1466250"/>
            <a:ext cx="73152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uses instructions in a graphical format to connect the functions into procedures for the controlled application.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14400" y="2598051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instructions in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are primarily used in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event processes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process control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motion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alarming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128" name="Google Shape;128;p1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29" name="Google Shape;129;p1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3890506" y="622559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  <p:sp>
        <p:nvSpPr>
          <p:cNvPr id="131" name="Google Shape;131;p18"/>
          <p:cNvSpPr/>
          <p:nvPr/>
        </p:nvSpPr>
        <p:spPr>
          <a:xfrm>
            <a:off x="914400" y="3452852"/>
            <a:ext cx="7391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programming instructions are included to allow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structures to be inclusive for the procedure being programmed.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914400" y="1304581"/>
            <a:ext cx="73152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circuit is made up of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Outputs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are assigned to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PLC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Block 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914400" y="2057525"/>
            <a:ext cx="7696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connected to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read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and write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from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arranged in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914400" y="3087469"/>
            <a:ext cx="72045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Connections are made by drawing lines between the “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on the instructions. </a:t>
            </a:r>
            <a:endParaRPr/>
          </a:p>
        </p:txBody>
      </p:sp>
      <p:pic>
        <p:nvPicPr>
          <p:cNvPr descr="N:\documents_1\2140\Presentations\SIEMENS Function Blocks\Graphics\AND.png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250" y="3886200"/>
            <a:ext cx="3619500" cy="16192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40" name="Google Shape;140;p1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41" name="Google Shape;141;p1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3890506" y="622559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1624693" y="1295010"/>
            <a:ext cx="5894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Tree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double left click on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 new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  <p:pic>
        <p:nvPicPr>
          <p:cNvPr descr="N:\documents_1\2140\Presentations\SIEMENS Function Blocks\Graphics\New Add Block.pn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4381" y="1920240"/>
            <a:ext cx="3095239" cy="211714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Add New Blank.png"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5122671" y="2438400"/>
            <a:ext cx="3775457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 new block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 appears.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152400" y="3200400"/>
            <a:ext cx="212627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type of Block to be added.</a:t>
            </a:r>
            <a:endParaRPr/>
          </a:p>
        </p:txBody>
      </p:sp>
      <p:grpSp>
        <p:nvGrpSpPr>
          <p:cNvPr id="159" name="Google Shape;159;p2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60" name="Google Shape;160;p2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61" name="Google Shape;161;p21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Add New Blank.pn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New Name.png" id="167" name="Google Shape;1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742" y="1204725"/>
            <a:ext cx="2354000" cy="9884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New Name.png" id="168" name="Google Shape;1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8286" y="1371600"/>
            <a:ext cx="1584000" cy="66514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4724400" y="1235690"/>
            <a:ext cx="24384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in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Block.</a:t>
            </a:r>
            <a:endParaRPr/>
          </a:p>
        </p:txBody>
      </p:sp>
      <p:grpSp>
        <p:nvGrpSpPr>
          <p:cNvPr id="170" name="Google Shape;170;p2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71" name="Google Shape;171;p2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Named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new Language.png" id="178" name="Google Shape;1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8286" y="1371600"/>
            <a:ext cx="2941715" cy="1385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new Language.png" id="179" name="Google Shape;1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3486" y="1360714"/>
            <a:ext cx="4086225" cy="19240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80" name="Google Shape;180;p23"/>
          <p:cNvSpPr txBox="1"/>
          <p:nvPr/>
        </p:nvSpPr>
        <p:spPr>
          <a:xfrm>
            <a:off x="6019800" y="2173069"/>
            <a:ext cx="28194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dropdown for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FBD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181" name="Google Shape;181;p2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82" name="Google Shape;182;p2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83" name="Google Shape;183;p23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Filled.png"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5526515" y="4724400"/>
            <a:ext cx="24384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button.</a:t>
            </a:r>
            <a:endParaRPr/>
          </a:p>
        </p:txBody>
      </p:sp>
      <p:pic>
        <p:nvPicPr>
          <p:cNvPr descr="N:\documents_1\2140\Presentations\SIEMENS Function Blocks\Graphics\New PT Added.png" id="190" name="Google Shape;1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0571" y="1920240"/>
            <a:ext cx="3082858" cy="236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91" name="Google Shape;191;p24"/>
          <p:cNvSpPr txBox="1"/>
          <p:nvPr/>
        </p:nvSpPr>
        <p:spPr>
          <a:xfrm>
            <a:off x="2202997" y="1295010"/>
            <a:ext cx="47380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Tree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New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added.</a:t>
            </a:r>
            <a:endParaRPr/>
          </a:p>
        </p:txBody>
      </p:sp>
      <p:grpSp>
        <p:nvGrpSpPr>
          <p:cNvPr id="192" name="Google Shape;192;p2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93" name="Google Shape;193;p2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94" name="Google Shape;194;p24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Blank Editor.png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1809538"/>
            <a:ext cx="4575856" cy="362829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00" name="Google Shape;200;p25"/>
          <p:cNvSpPr txBox="1"/>
          <p:nvPr/>
        </p:nvSpPr>
        <p:spPr>
          <a:xfrm>
            <a:off x="6172200" y="2895600"/>
            <a:ext cx="2659702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blank editor screen.</a:t>
            </a:r>
            <a:endParaRPr/>
          </a:p>
        </p:txBody>
      </p:sp>
      <p:sp>
        <p:nvSpPr>
          <p:cNvPr id="201" name="Google Shape;201;p25"/>
          <p:cNvSpPr txBox="1"/>
          <p:nvPr/>
        </p:nvSpPr>
        <p:spPr>
          <a:xfrm>
            <a:off x="576249" y="1447800"/>
            <a:ext cx="27432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are dragged into the editor from the Favorites toolbar.  </a:t>
            </a:r>
            <a:endParaRPr/>
          </a:p>
        </p:txBody>
      </p:sp>
      <p:grpSp>
        <p:nvGrpSpPr>
          <p:cNvPr id="202" name="Google Shape;202;p2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03" name="Google Shape;203;p2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04" name="Google Shape;204;p25"/>
            <p:cNvSpPr txBox="1"/>
            <p:nvPr/>
          </p:nvSpPr>
          <p:spPr>
            <a:xfrm>
              <a:off x="3341221" y="622559"/>
              <a:ext cx="2309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Editor and Tool Bar</a:t>
              </a:r>
              <a:endParaRPr/>
            </a:p>
          </p:txBody>
        </p:sp>
      </p:grpSp>
      <p:pic>
        <p:nvPicPr>
          <p:cNvPr descr="N:\documents_1\2140\Presentations\SIEMENS Function Blocks\Graphics\Std Toolbar.png" id="205" name="Google Shape;2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501384"/>
            <a:ext cx="3380388" cy="54661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Inst.png" id="206" name="Google Shape;20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196169"/>
            <a:ext cx="2042858" cy="45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2743200" y="3962398"/>
            <a:ext cx="4194274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instruction may be selected from the folder listings.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/>
          <p:nvPr/>
        </p:nvSpPr>
        <p:spPr>
          <a:xfrm>
            <a:off x="1122627" y="1219200"/>
            <a:ext cx="6898747" cy="4495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1366967" y="1371600"/>
            <a:ext cx="6410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Various instruction function blocks can be selected to create the logic for the Function program.</a:t>
            </a:r>
            <a:endParaRPr/>
          </a:p>
        </p:txBody>
      </p:sp>
      <p:grpSp>
        <p:nvGrpSpPr>
          <p:cNvPr id="214" name="Google Shape;214;p2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15" name="Google Shape;215;p2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16" name="Google Shape;216;p26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N:\documents_1\2140\Presentations\SIEMENS Function Blocks\Graphics\Example TON.png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224" y="3943350"/>
            <a:ext cx="174307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Add.png" id="218" name="Google Shape;2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5204" y="4171950"/>
            <a:ext cx="274320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AND.png" id="219" name="Google Shape;21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" y="2502352"/>
            <a:ext cx="164782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Assign.png" id="220" name="Google Shape;22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9566" y="2826202"/>
            <a:ext cx="15144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Equal.png" id="221" name="Google Shape;22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5150" y="4210050"/>
            <a:ext cx="1981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OR.png" id="222" name="Google Shape;22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76650" y="2635702"/>
            <a:ext cx="17907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2522085" y="2239998"/>
            <a:ext cx="574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4615544" y="2359349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163165" y="2609848"/>
            <a:ext cx="8739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ASSIGN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1744058" y="3701142"/>
            <a:ext cx="9893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4136572" y="4007556"/>
            <a:ext cx="8130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EQUAL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6230913" y="3956957"/>
            <a:ext cx="574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NO.png"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888" y="1920240"/>
            <a:ext cx="5610225" cy="11144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NO.png" id="234" name="Google Shape;2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3383280"/>
            <a:ext cx="2667000" cy="1333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35" name="Google Shape;235;p27"/>
          <p:cNvSpPr txBox="1"/>
          <p:nvPr/>
        </p:nvSpPr>
        <p:spPr>
          <a:xfrm>
            <a:off x="3043377" y="1350220"/>
            <a:ext cx="3057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Normally Open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with Output</a:t>
            </a:r>
            <a:endParaRPr/>
          </a:p>
        </p:txBody>
      </p:sp>
      <p:grpSp>
        <p:nvGrpSpPr>
          <p:cNvPr id="236" name="Google Shape;236;p2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37" name="Google Shape;237;p2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38" name="Google Shape;238;p27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C 1.png"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3383280"/>
            <a:ext cx="2667000" cy="14287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Ladder NC.png" id="244" name="Google Shape;2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920240"/>
            <a:ext cx="5715000" cy="1143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45" name="Google Shape;245;p28"/>
          <p:cNvSpPr txBox="1"/>
          <p:nvPr/>
        </p:nvSpPr>
        <p:spPr>
          <a:xfrm>
            <a:off x="2953608" y="1350220"/>
            <a:ext cx="3236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Normally Closed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with Output</a:t>
            </a:r>
            <a:endParaRPr/>
          </a:p>
        </p:txBody>
      </p:sp>
      <p:grpSp>
        <p:nvGrpSpPr>
          <p:cNvPr id="246" name="Google Shape;246;p2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47" name="Google Shape;247;p2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48" name="Google Shape;248;p28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AND.png" id="253" name="Google Shape;2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920240"/>
            <a:ext cx="5715000" cy="1143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AND.png" id="254" name="Google Shape;2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3383280"/>
            <a:ext cx="3619500" cy="16192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55" name="Google Shape;255;p29"/>
          <p:cNvSpPr txBox="1"/>
          <p:nvPr/>
        </p:nvSpPr>
        <p:spPr>
          <a:xfrm>
            <a:off x="3620458" y="1350220"/>
            <a:ext cx="1903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256" name="Google Shape;256;p2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57" name="Google Shape;257;p2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58" name="Google Shape;258;p29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OR.png"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905000"/>
            <a:ext cx="5715000" cy="18764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OR.png" id="264" name="Google Shape;2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4114800"/>
            <a:ext cx="3619500" cy="16192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65" name="Google Shape;265;p30"/>
          <p:cNvSpPr txBox="1"/>
          <p:nvPr/>
        </p:nvSpPr>
        <p:spPr>
          <a:xfrm>
            <a:off x="3690990" y="1350220"/>
            <a:ext cx="17620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266" name="Google Shape;266;p3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67" name="Google Shape;267;p3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68" name="Google Shape;268;p30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Stop Start.png" id="273" name="Google Shape;2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905000"/>
            <a:ext cx="5715000" cy="1905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Stop Start.png" id="274" name="Google Shape;27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4191000"/>
            <a:ext cx="5715000" cy="1333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75" name="Google Shape;275;p31"/>
          <p:cNvSpPr txBox="1"/>
          <p:nvPr/>
        </p:nvSpPr>
        <p:spPr>
          <a:xfrm>
            <a:off x="3075340" y="1350220"/>
            <a:ext cx="2993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276" name="Google Shape;276;p3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77" name="Google Shape;277;p3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78" name="Google Shape;278;p31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Timer 1.png" id="283" name="Google Shape;2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81" y="3886200"/>
            <a:ext cx="7585239" cy="180523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84" name="Google Shape;284;p32"/>
          <p:cNvSpPr txBox="1"/>
          <p:nvPr/>
        </p:nvSpPr>
        <p:spPr>
          <a:xfrm>
            <a:off x="2658656" y="1143000"/>
            <a:ext cx="3826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N:\documents_1\2140\Presentations\SIEMENS Function Blocks\Graphics\Ladder Timer 1.png" id="285" name="Google Shape;28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428" y="1654632"/>
            <a:ext cx="7997144" cy="186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86" name="Google Shape;286;p3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87" name="Google Shape;287;p3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88" name="Google Shape;288;p32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Timer 2.png" id="293" name="Google Shape;2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476" y="3779762"/>
            <a:ext cx="6339048" cy="193523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Ladder Time 2.png" id="294" name="Google Shape;29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2476" y="1600200"/>
            <a:ext cx="5539048" cy="193523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95" name="Google Shape;295;p33"/>
          <p:cNvSpPr txBox="1"/>
          <p:nvPr/>
        </p:nvSpPr>
        <p:spPr>
          <a:xfrm>
            <a:off x="2658656" y="1143000"/>
            <a:ext cx="3826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296" name="Google Shape;296;p3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97" name="Google Shape;297;p3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98" name="Google Shape;298;p33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Timer Indicator.png" id="303" name="Google Shape;30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00200"/>
            <a:ext cx="6827837" cy="38576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Timer Indicators.png" id="304" name="Google Shape;30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1600200"/>
            <a:ext cx="6950476" cy="40770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05" name="Google Shape;305;p34"/>
          <p:cNvSpPr txBox="1"/>
          <p:nvPr/>
        </p:nvSpPr>
        <p:spPr>
          <a:xfrm>
            <a:off x="2158519" y="1143000"/>
            <a:ext cx="4826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3: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 Indicators</a:t>
            </a:r>
            <a:endParaRPr/>
          </a:p>
        </p:txBody>
      </p:sp>
      <p:grpSp>
        <p:nvGrpSpPr>
          <p:cNvPr id="306" name="Google Shape;306;p3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07" name="Google Shape;307;p3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08" name="Google Shape;308;p34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1.png" id="313" name="Google Shape;31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14" name="Google Shape;314;p35"/>
          <p:cNvSpPr/>
          <p:nvPr/>
        </p:nvSpPr>
        <p:spPr>
          <a:xfrm>
            <a:off x="507775" y="2782669"/>
            <a:ext cx="3554976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example,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dragged onto the editor. </a:t>
            </a:r>
            <a:endParaRPr/>
          </a:p>
        </p:txBody>
      </p:sp>
      <p:pic>
        <p:nvPicPr>
          <p:cNvPr descr="N:\documents_1\2140\Presentations\SIEMENS Function Blocks\Graphics\Std Toolbar.png" id="315" name="Google Shape;31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75" y="1219200"/>
            <a:ext cx="2827421" cy="4572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16" name="Google Shape;316;p35"/>
          <p:cNvSpPr/>
          <p:nvPr/>
        </p:nvSpPr>
        <p:spPr>
          <a:xfrm>
            <a:off x="381000" y="1148156"/>
            <a:ext cx="609600" cy="60444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3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18" name="Google Shape;318;p3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19" name="Google Shape;319;p35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2.png" id="324" name="Google Shape;3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5" name="Google Shape;325;p36"/>
          <p:cNvSpPr/>
          <p:nvPr/>
        </p:nvSpPr>
        <p:spPr>
          <a:xfrm>
            <a:off x="5460775" y="2782669"/>
            <a:ext cx="29212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ASSIGN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dragged onto the editor. </a:t>
            </a:r>
            <a:endParaRPr/>
          </a:p>
        </p:txBody>
      </p:sp>
      <p:pic>
        <p:nvPicPr>
          <p:cNvPr descr="N:\documents_1\2140\Presentations\SIEMENS Function Blocks\Graphics\Std Toolbar.png" id="326" name="Google Shape;32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75" y="1219200"/>
            <a:ext cx="2827421" cy="4572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7" name="Google Shape;327;p36"/>
          <p:cNvSpPr/>
          <p:nvPr/>
        </p:nvSpPr>
        <p:spPr>
          <a:xfrm>
            <a:off x="2819400" y="1148156"/>
            <a:ext cx="609600" cy="60444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8" name="Google Shape;328;p3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29" name="Google Shape;329;p3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30" name="Google Shape;330;p36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3.png" id="335" name="Google Shape;3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36" name="Google Shape;336;p37"/>
          <p:cNvSpPr/>
          <p:nvPr/>
        </p:nvSpPr>
        <p:spPr>
          <a:xfrm>
            <a:off x="518661" y="2686050"/>
            <a:ext cx="3226025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on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instruction’s first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question marks. </a:t>
            </a:r>
            <a:endParaRPr/>
          </a:p>
        </p:txBody>
      </p:sp>
      <p:grpSp>
        <p:nvGrpSpPr>
          <p:cNvPr id="337" name="Google Shape;337;p3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38" name="Google Shape;338;p3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39" name="Google Shape;339;p37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3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45" name="Google Shape;345;p3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46" name="Google Shape;346;p38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  <p:pic>
        <p:nvPicPr>
          <p:cNvPr descr="N:\documents_1\2140\Presentations\SIEMENS Function Blocks\Graphics\P4.png" id="347" name="Google Shape;34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48" name="Google Shape;348;p38"/>
          <p:cNvSpPr/>
          <p:nvPr/>
        </p:nvSpPr>
        <p:spPr>
          <a:xfrm>
            <a:off x="3631975" y="3200399"/>
            <a:ext cx="32260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from the dropdown list.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5.png" id="353" name="Google Shape;3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54" name="Google Shape;354;p39"/>
          <p:cNvSpPr/>
          <p:nvPr/>
        </p:nvSpPr>
        <p:spPr>
          <a:xfrm>
            <a:off x="518661" y="2971800"/>
            <a:ext cx="3443739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on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instruction’s second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question marks. </a:t>
            </a:r>
            <a:endParaRPr/>
          </a:p>
        </p:txBody>
      </p:sp>
      <p:grpSp>
        <p:nvGrpSpPr>
          <p:cNvPr id="355" name="Google Shape;355;p3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56" name="Google Shape;356;p3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57" name="Google Shape;357;p39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6.png" id="362" name="Google Shape;3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63" name="Google Shape;363;p40"/>
          <p:cNvSpPr/>
          <p:nvPr/>
        </p:nvSpPr>
        <p:spPr>
          <a:xfrm>
            <a:off x="3784375" y="3468469"/>
            <a:ext cx="32260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from the dropdown list.</a:t>
            </a:r>
            <a:endParaRPr/>
          </a:p>
        </p:txBody>
      </p:sp>
      <p:grpSp>
        <p:nvGrpSpPr>
          <p:cNvPr id="364" name="Google Shape;364;p4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65" name="Google Shape;365;p4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66" name="Google Shape;366;p40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7.png" id="371" name="Google Shape;3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72" name="Google Shape;372;p41"/>
          <p:cNvSpPr/>
          <p:nvPr/>
        </p:nvSpPr>
        <p:spPr>
          <a:xfrm>
            <a:off x="5181600" y="1600200"/>
            <a:ext cx="3429000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on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ASSIGN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instruction’s question marks. </a:t>
            </a:r>
            <a:endParaRPr/>
          </a:p>
        </p:txBody>
      </p:sp>
      <p:grpSp>
        <p:nvGrpSpPr>
          <p:cNvPr id="373" name="Google Shape;373;p4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74" name="Google Shape;374;p4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75" name="Google Shape;375;p41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8.png" id="380" name="Google Shape;38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81" name="Google Shape;381;p42"/>
          <p:cNvSpPr/>
          <p:nvPr/>
        </p:nvSpPr>
        <p:spPr>
          <a:xfrm>
            <a:off x="5054487" y="3352800"/>
            <a:ext cx="32260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from the dropdown list.</a:t>
            </a:r>
            <a:endParaRPr/>
          </a:p>
        </p:txBody>
      </p:sp>
      <p:grpSp>
        <p:nvGrpSpPr>
          <p:cNvPr id="382" name="Google Shape;382;p4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83" name="Google Shape;383;p4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84" name="Google Shape;384;p42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9.png" id="389" name="Google Shape;3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90" name="Google Shape;390;p43"/>
          <p:cNvSpPr/>
          <p:nvPr/>
        </p:nvSpPr>
        <p:spPr>
          <a:xfrm>
            <a:off x="3403544" y="3358634"/>
            <a:ext cx="233691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391" name="Google Shape;391;p4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92" name="Google Shape;392;p4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93" name="Google Shape;393;p43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Std Toolbar.png" id="398" name="Google Shape;3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002" y="1896023"/>
            <a:ext cx="2827421" cy="4572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99" name="Google Shape;399;p44"/>
          <p:cNvSpPr/>
          <p:nvPr/>
        </p:nvSpPr>
        <p:spPr>
          <a:xfrm>
            <a:off x="2296640" y="1822401"/>
            <a:ext cx="609600" cy="60444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:\documents_1\2140\Presentations\Function Block Overview SIEMENS\Graphics\NOT 2.png" id="400" name="Google Shape;40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:\documents_1\2140\Presentations\Function Block Overview SIEMENS\Graphics\NOT 3.png" id="401" name="Google Shape;40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:\documents_1\2140\Presentations\Function Block Overview SIEMENS\Graphics\NOT 1.png" id="402" name="Google Shape;402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:\documents_1\2140\Presentations\Function Block Overview SIEMENS\Graphics\NOT 4.png" id="403" name="Google Shape;403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04" name="Google Shape;404;p44"/>
          <p:cNvSpPr/>
          <p:nvPr/>
        </p:nvSpPr>
        <p:spPr>
          <a:xfrm>
            <a:off x="3781125" y="2281671"/>
            <a:ext cx="29212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dragged onto the editor. </a:t>
            </a:r>
            <a:endParaRPr/>
          </a:p>
        </p:txBody>
      </p:sp>
      <p:sp>
        <p:nvSpPr>
          <p:cNvPr id="405" name="Google Shape;405;p44"/>
          <p:cNvSpPr txBox="1"/>
          <p:nvPr/>
        </p:nvSpPr>
        <p:spPr>
          <a:xfrm>
            <a:off x="3071108" y="1219200"/>
            <a:ext cx="3001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Assigning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 pin.</a:t>
            </a:r>
            <a:endParaRPr/>
          </a:p>
        </p:txBody>
      </p:sp>
      <p:sp>
        <p:nvSpPr>
          <p:cNvPr id="406" name="Google Shape;406;p44"/>
          <p:cNvSpPr txBox="1"/>
          <p:nvPr/>
        </p:nvSpPr>
        <p:spPr>
          <a:xfrm>
            <a:off x="3810000" y="4648200"/>
            <a:ext cx="314399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pin changes to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inverting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RLO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07" name="Google Shape;407;p44"/>
          <p:cNvSpPr txBox="1"/>
          <p:nvPr/>
        </p:nvSpPr>
        <p:spPr>
          <a:xfrm>
            <a:off x="5052999" y="3332602"/>
            <a:ext cx="2438400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also be assigned to the “OUT” pin.</a:t>
            </a: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3139807" y="4105830"/>
            <a:ext cx="1127393" cy="576339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4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10" name="Google Shape;410;p4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11" name="Google Shape;411;p44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